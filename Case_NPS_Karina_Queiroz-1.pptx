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202301</c:v>
                  </c:pt>
                  <c:pt idx="1">
                    <c:v>202302</c:v>
                  </c:pt>
                  <c:pt idx="2">
                    <c:v>202303</c:v>
                  </c:pt>
                  <c:pt idx="3">
                    <c:v>202304</c:v>
                  </c:pt>
                  <c:pt idx="4">
                    <c:v>202305</c:v>
                  </c:pt>
                  <c:pt idx="5">
                    <c:v>202306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8.3</c:v>
                </c:pt>
                <c:pt idx="1">
                  <c:v>0.3</c:v>
                </c:pt>
                <c:pt idx="2">
                  <c:v>-10.1</c:v>
                </c:pt>
                <c:pt idx="3">
                  <c:v>-5</c:v>
                </c:pt>
                <c:pt idx="4">
                  <c:v>5.1</c:v>
                </c:pt>
                <c:pt idx="5">
                  <c:v>1.4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-1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Menções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Outros</c:v>
                  </c:pt>
                  <c:pt idx="1">
                    <c:v>Atendimento/Relacionamento</c:v>
                  </c:pt>
                  <c:pt idx="2">
                    <c:v>Usabilidade/Navegabilidade</c:v>
                  </c:pt>
                  <c:pt idx="3">
                    <c:v>Performance/Estabilidade</c:v>
                  </c:pt>
                  <c:pt idx="4">
                    <c:v>Segurança/Confiabilidade</c:v>
                  </c:pt>
                  <c:pt idx="5">
                    <c:v>Tarifas/Preço/Juros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326</c:v>
                </c:pt>
                <c:pt idx="1">
                  <c:v>263</c:v>
                </c:pt>
                <c:pt idx="2">
                  <c:v>104</c:v>
                </c:pt>
                <c:pt idx="3">
                  <c:v>24</c:v>
                </c:pt>
                <c:pt idx="4">
                  <c:v>18</c:v>
                </c:pt>
                <c:pt idx="5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Detrator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Atendimento/Relacionamento</c:v>
                  </c:pt>
                  <c:pt idx="1">
                    <c:v>Usabilidade/Navegabilidade</c:v>
                  </c:pt>
                  <c:pt idx="2">
                    <c:v>Outros</c:v>
                  </c:pt>
                  <c:pt idx="3">
                    <c:v>Tarifas/Preço/Juros</c:v>
                  </c:pt>
                  <c:pt idx="4">
                    <c:v>Performance/Estabilidade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</c:v>
                </c:pt>
                <c:pt idx="1">
                  <c:v>40</c:v>
                </c:pt>
                <c:pt idx="2">
                  <c:v>148</c:v>
                </c:pt>
                <c:pt idx="3">
                  <c:v>18</c:v>
                </c:pt>
                <c:pt idx="4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Promotor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Atendimento/Relacionamento</c:v>
                  </c:pt>
                  <c:pt idx="1">
                    <c:v>Usabilidade/Navegabilidade</c:v>
                  </c:pt>
                  <c:pt idx="2">
                    <c:v>Outros</c:v>
                  </c:pt>
                  <c:pt idx="3">
                    <c:v>Tarifas/Preço/Juros</c:v>
                  </c:pt>
                  <c:pt idx="4">
                    <c:v>Performance/Estabilidade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122</c:v>
                </c:pt>
                <c:pt idx="1">
                  <c:v>52</c:v>
                </c:pt>
                <c:pt idx="2">
                  <c:v>140</c:v>
                </c:pt>
                <c:pt idx="3">
                  <c:v>9</c:v>
                </c:pt>
                <c:pt idx="4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Análise de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NPS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Digitais PJ — Internet Banking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Karina Queiroz Passari  |  Analista de Dados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&amp; Objetivo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3291840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da experiência de clientes PJ em canais digitais, combinando indicadores quantitativos de NPS com análise qualitativa de verbatims (comentários).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dados: respostas agregadas por safra (período), canal, classificação NPS e tema do comentário.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291840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as tendências históricas do NPS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temas nos verbatims que explicam as variações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recomendações práticas para alavancar o NPS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NPS por Safra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097280"/>
            <a:ext cx="210312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66560" y="1143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safra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76656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766560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NPS: +8,3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75120" y="2331720"/>
            <a:ext cx="210312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2377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safra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66560" y="2606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202303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766560" y="2990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NPS: -10,1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75120" y="3566160"/>
            <a:ext cx="210312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66560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66560" y="3840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766560" y="4224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respondentes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Mais Citados nos Verbatims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Detratores vs Promotores por 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0292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60020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significativa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variou de +8,3 (202301) a -10,1 (202303), indicando instabilidade na experiência. Investigar eventos operacionais na safra crítica.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0292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4024" y="160020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é o driver central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508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tema tanto de promotores quanto detratores — a qualidade humana define a experiência, positiva ou negativa.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50292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352044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 digital como alavanca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tema mais citado com 104 menções. Oportunidade clara de melhoria na navegação do Internet Banking.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71800"/>
            <a:ext cx="50292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3520440"/>
            <a:ext cx="484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engajamento na pesquisa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429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23,2% deixam comentários. Simplificar o formulário pode gerar mais insumos qualitativos.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486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safra 202303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eventos operacionais ou de produto que possam ter causado a queda acentuada de NPS nesse período.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usabilidade digital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iniciativas de UX no Internet Banking PJ, dado o alto volume de menções negativas sobre navegação.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5486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971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Valorizar o atendimento humano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programa de reconhecimento e capacitação para atendimento — principal alavanca de NPS positivo.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486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931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engajamento na pesquisa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251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o formulário ou criar incentivos para aumentar a taxa de 23,2% de respondentes com comentário.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Obrigada!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Karina Queiroz Passari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linkedin.com/in/karinaqueirozpassari  |  aqkarina1005@gmail.com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Case: Análise de Evolução do NPS</dc:title>
  <dc:subject>PptxGenJS Presentation</dc:subject>
  <dc:creator>Karina Queiroz Passari</dc:creator>
  <cp:lastModifiedBy>Karina Queiroz Passari</cp:lastModifiedBy>
  <cp:revision>1</cp:revision>
  <dcterms:created xsi:type="dcterms:W3CDTF">2026-04-17T18:57:29Z</dcterms:created>
  <dcterms:modified xsi:type="dcterms:W3CDTF">2026-04-17T18:57:29Z</dcterms:modified>
</cp:coreProperties>
</file>